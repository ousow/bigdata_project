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A1697D-CC4C-5C22-2B13-1D47B783ABB6}" v="15" dt="2025-11-23T17:44:32.2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977034"/>
            <a:ext cx="7772400" cy="1470025"/>
          </a:xfrm>
        </p:spPr>
        <p:txBody>
          <a:bodyPr/>
          <a:lstStyle/>
          <a:p>
            <a:r>
              <a:t>U.S. Traffic Accidents Analysis (2010–2022)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117273"/>
            <a:ext cx="6400800" cy="1752600"/>
          </a:xfrm>
        </p:spPr>
        <p:txBody>
          <a:bodyPr/>
          <a:lstStyle/>
          <a:p>
            <a:r>
              <a:t>Big Data • Data Lake • ETL • Power BI Dashboard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5A859FB-5113-8DFD-0AEC-3C367F6572BD}"/>
              </a:ext>
            </a:extLst>
          </p:cNvPr>
          <p:cNvSpPr txBox="1">
            <a:spLocks/>
          </p:cNvSpPr>
          <p:nvPr/>
        </p:nvSpPr>
        <p:spPr>
          <a:xfrm>
            <a:off x="516082" y="4568824"/>
            <a:ext cx="2940628" cy="14492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/>
              <a:t>SOW Oumou</a:t>
            </a:r>
            <a:endParaRPr lang="en-US" sz="360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 du Projet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Créer un Data Lake complet (Raw → Silver → Gold)</a:t>
            </a:r>
          </a:p>
          <a:p>
            <a:r>
              <a:t>Intégrer données FARS + NOAA</a:t>
            </a:r>
          </a:p>
          <a:p>
            <a:r>
              <a:t>Construire un pipeline ETL robuste</a:t>
            </a:r>
          </a:p>
          <a:p>
            <a:r>
              <a:t>Créer un dashboard Power BI interactif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Sources de Données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FARS (Fatality Analysis Reporting System) - CSV/ZIP</a:t>
            </a:r>
          </a:p>
          <a:p>
            <a:r>
              <a:t>NOAA (Climatologie journalière) - TXT/CSV</a:t>
            </a:r>
          </a:p>
          <a:p>
            <a:r>
              <a:t>Données hétérogènes et volumineuses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Global du Data Lake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Ingestion en batch des sources brutes</a:t>
            </a:r>
          </a:p>
          <a:p>
            <a:r>
              <a:t>Raw Layer : stockage sans modification</a:t>
            </a:r>
          </a:p>
          <a:p>
            <a:r>
              <a:t>Silver Layer : nettoyage, fusion, normalisation</a:t>
            </a:r>
          </a:p>
          <a:p>
            <a:r>
              <a:t>Gold Layer : enrichissement + feature engineering</a:t>
            </a:r>
          </a:p>
          <a:p>
            <a:r>
              <a:t>Insight : Dashboard Power BI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Ingestion (RAW Layer)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Téléchargement des ZIP FARS (2010–2022)</a:t>
            </a:r>
          </a:p>
          <a:p>
            <a:r>
              <a:t>Extraction automatisée</a:t>
            </a:r>
          </a:p>
          <a:p>
            <a:r>
              <a:t>Téléchargement stations NOAA</a:t>
            </a:r>
          </a:p>
          <a:p>
            <a:r>
              <a:t>Stockage brut, non modifié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Silver Layer : Nettoyage et Fusion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Fusion Accident / Vehicle / Person</a:t>
            </a:r>
          </a:p>
          <a:p>
            <a:r>
              <a:t>Nettoyage des colonnes et typage</a:t>
            </a:r>
          </a:p>
          <a:p>
            <a:r>
              <a:t>Extraction stations météo USA</a:t>
            </a:r>
          </a:p>
          <a:p>
            <a:r>
              <a:t>Jointure spatio-temporelle accidents × météo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Jointure Météo : Méthodologie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Matching par date</a:t>
            </a:r>
          </a:p>
          <a:p>
            <a:r>
              <a:t>Recherche de la station NOAA la plus proche</a:t>
            </a:r>
          </a:p>
          <a:p>
            <a:r>
              <a:t>Distance Haversine</a:t>
            </a:r>
          </a:p>
          <a:p>
            <a:r>
              <a:t>Ajout TMAX, TMIN, PRCP, SNOW, SNWD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Gold Layer : 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Luminosité (day/night)</a:t>
            </a:r>
          </a:p>
          <a:p>
            <a:r>
              <a:t>Type de route (urban, rural, interstate)</a:t>
            </a:r>
          </a:p>
          <a:p>
            <a:r>
              <a:t>Type de véhicule (car, SUV, moto)</a:t>
            </a:r>
          </a:p>
          <a:p>
            <a:r>
              <a:t>Type de collision</a:t>
            </a:r>
          </a:p>
          <a:p>
            <a:r>
              <a:t>Zone géographique (urban vs rural)</a:t>
            </a:r>
          </a:p>
          <a:p>
            <a:r>
              <a:t>Variable cible : severity (3 niveaux)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Power BI :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Page 1 : Overview (KPIs, évolution)</a:t>
            </a:r>
          </a:p>
          <a:p>
            <a:r>
              <a:t>Page 2 : Analyses temporelles</a:t>
            </a:r>
          </a:p>
          <a:p>
            <a:r>
              <a:t>Page 3 : Facteurs structurels</a:t>
            </a:r>
          </a:p>
          <a:p>
            <a:r>
              <a:t>Page 4 : Facteurs météo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Insights Clés du Projet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 météo influence très peu la gravité</a:t>
            </a:r>
          </a:p>
          <a:p>
            <a:r>
              <a:t>&lt;0.05% des accidents sous pluie/neige</a:t>
            </a:r>
          </a:p>
          <a:p>
            <a:r>
              <a:t>Gravité davantage liée au type de route</a:t>
            </a:r>
          </a:p>
          <a:p>
            <a:r>
              <a:t>Motos et collisions frontales : plus mortels</a:t>
            </a:r>
          </a:p>
          <a:p>
            <a:r>
              <a:t>Zones rurales → délais secours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Architecture Data Lake complète</a:t>
            </a:r>
          </a:p>
          <a:p>
            <a:r>
              <a:t>Pipeline ETL fiable et extensible</a:t>
            </a:r>
          </a:p>
          <a:p>
            <a:r>
              <a:t>Dashboard décisionnel clair</a:t>
            </a:r>
          </a:p>
          <a:p>
            <a:r>
              <a:t>Résultats cohérents avec les rapports FARS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U.S. Traffic Accidents Analysis (2010–2022)</vt:lpstr>
      <vt:lpstr>Objectif du Projet</vt:lpstr>
      <vt:lpstr>Sources de Données</vt:lpstr>
      <vt:lpstr>Architecture Global du Data Lake</vt:lpstr>
      <vt:lpstr>Ingestion (RAW Layer)</vt:lpstr>
      <vt:lpstr>Silver Layer : Nettoyage et Fusion</vt:lpstr>
      <vt:lpstr>Jointure Météo : Méthodologie</vt:lpstr>
      <vt:lpstr>Gold Layer : Feature Engineering</vt:lpstr>
      <vt:lpstr>Dashboard Power BI : Structure</vt:lpstr>
      <vt:lpstr>Insights Clés du Projet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9</cp:revision>
  <dcterms:created xsi:type="dcterms:W3CDTF">2013-01-27T09:14:16Z</dcterms:created>
  <dcterms:modified xsi:type="dcterms:W3CDTF">2025-11-23T17:49:22Z</dcterms:modified>
  <cp:category/>
</cp:coreProperties>
</file>